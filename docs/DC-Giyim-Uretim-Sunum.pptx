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Kapak. Uygulama pantoloncu, gömlekçi, montçu, kabancı, abiyeci, triko dahil her tür konfeksiyon atölyesine hitap eder.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412480" y="-2011680"/>
            <a:ext cx="5486400" cy="5486400"/>
          </a:xfrm>
          <a:prstGeom prst="ellipse">
            <a:avLst/>
          </a:prstGeom>
          <a:solidFill>
            <a:srgbClr val="29387B"/>
          </a:solidFill>
          <a:ln w="12700">
            <a:solidFill>
              <a:srgbClr val="2938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822960" cy="82296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14612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286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Giyim-Üretim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Tekstil ve konfeksiyon atölyeleri için üretim takip platformu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Siparişten sevkiyata, kumaş topundan puantaja — atölyenin tüm takibi tek ekranda.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sunumu · Sürüm 1.0 · Eylül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Atölye sahibinin günlük yükü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 defterde, WhatsApp'ta, Excel'de ve kafada dağınık; sorun büyüdükten sonra fark ediliyor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8516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yetişecek mi?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880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gün bantları tek tek dolaşıp sormak; gecikmeyi müşteri aradığında öğrenmek.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198516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6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Fason belirsizliği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Fasoncudan mal ne zaman, kaç adet dönecek? Eksik dönüş aylar sonra hesapta çıkıyor.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64592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187452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198516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Kumaş ortada bitiyor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880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Siparişin ortasında kumaş yetmiyor; "bu kadar kumaş nereye gitti?" sorusu cevapsız.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57200" y="39776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" y="420624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431688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Kaybolan adetler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Kesimde 500 vardı, pakette 470 çıktı. 30 adet hangi aşamada kayboldu?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297680" y="39776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26280" y="420624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922" y="4316882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52628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 ve alacak takibi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 vadesi kaçıyor, cari bakiyeler muhasebeciye sorulmadan bilinmiyor.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138160" y="397764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66760" y="420624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402" y="4316882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36676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hesabı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66760" y="5212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Puantaj, yevmiye, parça başı, avans — ay sonunda kağıt üstünde saatlerce hesap.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Çözüm yaklaşımı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girişi atölyede saniyeler sürer; sistem sorunları sizin yerinize tarar ve önceden uyarır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ekran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659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Kulesi tüm modüllerden gelen uyarıları önem sırasına göre toplar; her uyarının bir aksiyon butonu vardır.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457200" cy="45720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Sektörün dili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1089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Asorti, pastal, top/parti, fason, irsaliye, yevmiye, parça başı — çevirmenlik yok, atölye nasıl konuşuyorsa öyle.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içeride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2519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Önceki aşamadan fazla adet girilemez, stok eksiye düşmez, gönderilenden fazla dönüş girilemez. Hata daha girilirken yakalanır.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Telefondan da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53949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panosu ve puantaj dokunmatik için tasarlandı; ana ekrana eklenip uygulama gibi kullanılır.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0664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0" y="164592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01200" y="1828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× 30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0" y="2468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× yetki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3200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066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6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tablosu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01200" y="320040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6012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4023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6640" y="47548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6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doğrulanan ekran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01200" y="4754880"/>
            <a:ext cx="2011680" cy="1371600"/>
          </a:xfrm>
          <a:prstGeom prst="roundRect">
            <a:avLst>
              <a:gd name="adj" fmla="val 8000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0" y="4937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B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39" name="Text 37"/>
          <p:cNvSpPr txBox="1"/>
          <p:nvPr/>
        </p:nvSpPr>
        <p:spPr>
          <a:xfrm>
            <a:off x="9601200" y="5577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hatası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modül, tek uygulama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· Depo · Yönetim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4754880"/>
          </a:xfrm>
          <a:prstGeom prst="roundRect">
            <a:avLst>
              <a:gd name="adj" fmla="val 2791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ÜRETİM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046" y="2285086"/>
            <a:ext cx="230429" cy="23042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8016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Kulesi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" y="276148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46" y="2852014"/>
            <a:ext cx="230429" cy="23042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7614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Siparişler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3328416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6" y="3418942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328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Panosu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31520" y="3895344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6" y="3985870"/>
            <a:ext cx="230429" cy="23042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8953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Emirleri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31520" y="446227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6" y="4552798"/>
            <a:ext cx="230429" cy="23042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44622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Fason Takibi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046" y="5119726"/>
            <a:ext cx="230429" cy="230429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80160" y="5029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 Kontrol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731520" y="559612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046" y="5686654"/>
            <a:ext cx="230429" cy="23042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280160" y="559612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 / Teknik Föy</a:t>
            </a:r>
            <a:endParaRPr lang="en-US" sz="1400" dirty="0"/>
          </a:p>
        </p:txBody>
      </p:sp>
      <p:sp>
        <p:nvSpPr>
          <p:cNvPr id="29" name="Shape 20"/>
          <p:cNvSpPr/>
          <p:nvPr/>
        </p:nvSpPr>
        <p:spPr>
          <a:xfrm>
            <a:off x="4709160" y="1554480"/>
            <a:ext cx="2926080" cy="4754880"/>
          </a:xfrm>
          <a:prstGeom prst="roundRect">
            <a:avLst>
              <a:gd name="adj" fmla="val 3750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30" name="Text 21"/>
          <p:cNvSpPr txBox="1"/>
          <p:nvPr/>
        </p:nvSpPr>
        <p:spPr>
          <a:xfrm>
            <a:off x="498348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4983480" y="2194560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006" y="2285086"/>
            <a:ext cx="230429" cy="230429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532120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Kumaş &amp; Malzeme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4983480" y="2761488"/>
            <a:ext cx="411480" cy="4114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006" y="2852014"/>
            <a:ext cx="230429" cy="230429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532120" y="27614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Mamul &amp; Sevkiyat</a:t>
            </a:r>
            <a:endParaRPr lang="en-US" sz="1400" dirty="0"/>
          </a:p>
        </p:txBody>
      </p:sp>
      <p:sp>
        <p:nvSpPr>
          <p:cNvPr id="37" name="Shape 26"/>
          <p:cNvSpPr/>
          <p:nvPr/>
        </p:nvSpPr>
        <p:spPr>
          <a:xfrm>
            <a:off x="7955280" y="1554480"/>
            <a:ext cx="3931920" cy="4754880"/>
          </a:xfrm>
          <a:prstGeom prst="roundRect">
            <a:avLst>
              <a:gd name="adj" fmla="val 2791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82296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YÖNETİM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8229600" y="2194560"/>
            <a:ext cx="411480" cy="41148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0126" y="2285086"/>
            <a:ext cx="230429" cy="230429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778240" y="2194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</a:t>
            </a:r>
            <a:endParaRPr lang="en-US" sz="1400" dirty="0"/>
          </a:p>
        </p:txBody>
      </p:sp>
      <p:sp>
        <p:nvSpPr>
          <p:cNvPr id="42" name="Shape 30"/>
          <p:cNvSpPr/>
          <p:nvPr/>
        </p:nvSpPr>
        <p:spPr>
          <a:xfrm>
            <a:off x="8229600" y="2761488"/>
            <a:ext cx="411480" cy="41148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0126" y="2852014"/>
            <a:ext cx="230429" cy="230429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8778240" y="27614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Cariler</a:t>
            </a:r>
            <a:endParaRPr lang="en-US" sz="1400" dirty="0"/>
          </a:p>
        </p:txBody>
      </p:sp>
      <p:sp>
        <p:nvSpPr>
          <p:cNvPr id="45" name="Shape 32"/>
          <p:cNvSpPr/>
          <p:nvPr/>
        </p:nvSpPr>
        <p:spPr>
          <a:xfrm>
            <a:off x="8229600" y="3328416"/>
            <a:ext cx="411480" cy="41148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0126" y="3418942"/>
            <a:ext cx="230429" cy="230429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778240" y="3328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 &amp; Çek</a:t>
            </a:r>
            <a:endParaRPr lang="en-US" sz="1400" dirty="0"/>
          </a:p>
        </p:txBody>
      </p:sp>
      <p:sp>
        <p:nvSpPr>
          <p:cNvPr id="48" name="Shape 34"/>
          <p:cNvSpPr/>
          <p:nvPr/>
        </p:nvSpPr>
        <p:spPr>
          <a:xfrm>
            <a:off x="8229600" y="3895344"/>
            <a:ext cx="411480" cy="41148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4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0126" y="3985870"/>
            <a:ext cx="230429" cy="230429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8778240" y="3895344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Görevler</a:t>
            </a:r>
            <a:endParaRPr lang="en-US" sz="1400" dirty="0"/>
          </a:p>
        </p:txBody>
      </p:sp>
      <p:sp>
        <p:nvSpPr>
          <p:cNvPr id="51" name="Shape 36"/>
          <p:cNvSpPr/>
          <p:nvPr/>
        </p:nvSpPr>
        <p:spPr>
          <a:xfrm>
            <a:off x="8229600" y="4462272"/>
            <a:ext cx="411480" cy="41148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0126" y="4552798"/>
            <a:ext cx="230429" cy="230429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778240" y="44622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Raporlar</a:t>
            </a:r>
            <a:endParaRPr lang="en-US" sz="1400" dirty="0"/>
          </a:p>
        </p:txBody>
      </p:sp>
      <p:sp>
        <p:nvSpPr>
          <p:cNvPr id="54" name="Shape 38"/>
          <p:cNvSpPr/>
          <p:nvPr/>
        </p:nvSpPr>
        <p:spPr>
          <a:xfrm>
            <a:off x="8229600" y="5029200"/>
            <a:ext cx="411480" cy="41148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20126" y="5119726"/>
            <a:ext cx="230429" cy="230429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8778240" y="5029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Ayarlar &amp; Yetkiler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Kontrol Kulesi — sabah ilk bakılan ekran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tüm veriyi sürekli tarar; kritik, uyarı ve bilgi seviyesinde uyarılar üretir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" y="1499616"/>
            <a:ext cx="6693408" cy="4041648"/>
          </a:xfrm>
          <a:prstGeom prst="roundRect">
            <a:avLst>
              <a:gd name="adj" fmla="val 2262"/>
            </a:avLst>
          </a:prstGeom>
          <a:solidFill>
            <a:srgbClr val="E4E7F0"/>
          </a:solidFill>
          <a:ln w="12700">
            <a:solidFill>
              <a:srgbClr val="D9DD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583680" cy="3931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06640" y="160020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riski: plana göre geride kalan sipariş gecikmeden önce işaretlenir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"Termine yetişmek için günde X adet çıkmalı" hesabı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Geciken ve eksik dönen fason işleri, fasoncunun telefonuyla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siparişlere yetmeyen kumaş / aksesuar (reçeteye göre)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altına düşen stok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Vadesi yaklaşan / geçen çek ve senetler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Aşamalarda bekleyen iş → darboğaz görünür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puantaj, açık görevler, cari alacak / borç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Uyarı kuralları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Eşikler firma tarafından Ayarlar'dan değiştirilebilir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680960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Seviye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Sipariş termini geçti, tamamlanmadı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İlerleme, geçen süreye göre olması gerekenin %20+ gerisinde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 yaklaşıyor, henüz iş emri açılmadı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 emri termini geçti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aşamada fire oranı eşiği aştı (varsayılan %5)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Fason teslimi gecikti (3 günden fazla → kritik)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Uyarı / Kritik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Fason işi eksik adetle kapandı (son 30 gün)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 siparişlerin reçete ihtiyacı depodaki stoktan fazla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Malzeme minimum stok altında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Çek / senet vadesi yaklaştı veya geçti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Uyarı / Kritik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10:00 geçti, puantaj girilmedi · görev son tarihi geçti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369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 / Uyarı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554480"/>
            <a:ext cx="3246120" cy="2834640"/>
          </a:xfrm>
          <a:prstGeom prst="roundRect">
            <a:avLst>
              <a:gd name="adj" fmla="val 3871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73252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risk hesabı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732520" y="21488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Olması gereken ilerleme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(bugün − sipariş tarihi) ÷ (termin − sipariş tarihi)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ilerleme = iş emirlerinin aşama tamamlanma oranlarının adet ağırlıklı ortalaması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%20'yi aşarsa sipariş "riskli" olur.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32520" y="4663440"/>
            <a:ext cx="548640" cy="54864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3221" y="47841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418320" y="46177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uyarının "Siparişe git / Kayıt gir / Dönüş gir" gibi doğrudan aksiyon butonu vardır.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akış: siparişten faturaya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adım bir öncekinin verisiyle otomatik bağlanır; hiçbir şey iki kez girilmez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737360" cy="2011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011680"/>
            <a:ext cx="594360" cy="59436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828800"/>
            <a:ext cx="1737360" cy="2011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44368" y="2011680"/>
            <a:ext cx="594360" cy="59436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828800"/>
            <a:ext cx="1737360" cy="2011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2011680"/>
            <a:ext cx="594360" cy="59436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828800"/>
            <a:ext cx="1737360" cy="2011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84848" y="2011680"/>
            <a:ext cx="594360" cy="59436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1737360" cy="2011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05088" y="2011680"/>
            <a:ext cx="594360" cy="59436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0" y="1828800"/>
            <a:ext cx="1737360" cy="2011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25328" y="2011680"/>
            <a:ext cx="594360" cy="59436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77440" y="4297680"/>
            <a:ext cx="7406640" cy="1737360"/>
          </a:xfrm>
          <a:prstGeom prst="roundRect">
            <a:avLst>
              <a:gd name="adj" fmla="val 6316"/>
            </a:avLst>
          </a:prstGeom>
          <a:solidFill>
            <a:srgbClr val="F3EEFF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6040" y="452628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887" y="2142439"/>
            <a:ext cx="332842" cy="33284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572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× renk × beden asortisi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212848" y="2651760"/>
            <a:ext cx="146304" cy="274320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67" y="2142439"/>
            <a:ext cx="332842" cy="33284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29768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38912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Kumaş top/partiden düşer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053328" y="2651760"/>
            <a:ext cx="146304" cy="274320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5127" y="2142439"/>
            <a:ext cx="332842" cy="33284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3774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emri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246888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 rotasına göre aşamalar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133088" y="2651760"/>
            <a:ext cx="146304" cy="274320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5607" y="2142439"/>
            <a:ext cx="332842" cy="33284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21792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Aşamalar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630936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Dikim, ütü, kalite, paket…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7973568" y="2651760"/>
            <a:ext cx="146304" cy="274320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5847" y="2142439"/>
            <a:ext cx="332842" cy="33284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813816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Mamul depo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22960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kırılımıyla stok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9893808" y="2651760"/>
            <a:ext cx="146304" cy="274320"/>
          </a:xfrm>
          <a:prstGeom prst="rightArrow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087" y="2142439"/>
            <a:ext cx="332842" cy="33284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05840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Sevkiyat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1014984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İrsaliye + satış faturası</a:t>
            </a:r>
            <a:endParaRPr lang="en-US" sz="11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6682" y="4636922"/>
            <a:ext cx="281635" cy="281635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329184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Fason döngüsü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3291840" y="48463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Herhangi bir aşama (dikim, nakış, yıkama…) irsaliyeyle fasoncuya gönderilir; aşama "fasonda" olarak işaretlenir. Kısmi veya tam dönüşler doğrudan iş emrinin aşamasına işlenir, fire ve eksik adet fasoncu karnesine yazılır. Eksikle kapatılan işte kayıp adet iş emrine fire olarak düşer.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Atölye Panosu — üretim girişi 10 saniyede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bazlı kanban; her kartta o aşamada bekleyen adet ve "Kayıt gir" butonu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" y="1499616"/>
            <a:ext cx="6876288" cy="4338828"/>
          </a:xfrm>
          <a:prstGeom prst="roundRect">
            <a:avLst>
              <a:gd name="adj" fmla="val 2107"/>
            </a:avLst>
          </a:prstGeom>
          <a:solidFill>
            <a:srgbClr val="E4E7F0"/>
          </a:solidFill>
          <a:ln w="12700">
            <a:solidFill>
              <a:srgbClr val="D9DD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766560" cy="4229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34656" y="1499616"/>
            <a:ext cx="2029968" cy="4265324"/>
          </a:xfrm>
          <a:prstGeom prst="roundRect">
            <a:avLst>
              <a:gd name="adj" fmla="val 4505"/>
            </a:avLst>
          </a:prstGeom>
          <a:solidFill>
            <a:srgbClr val="E4E7F0"/>
          </a:solidFill>
          <a:ln w="12700">
            <a:solidFill>
              <a:srgbClr val="D9DD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554480"/>
            <a:ext cx="1920240" cy="41555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784080" y="1600200"/>
            <a:ext cx="2011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Telefonda aşama sekmeleri, masaüstünde sütunlar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Bekleyenin tamamı / 10 / 20 / 50 hızlı butonları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Sağlam ve fire ayrı; son aşamada beden kırılımı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saniyede bir kendini yeniler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Operatör rolü yalnızca bu ekranı görür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 emri: kesim, aşamalar ve kayıp adet kontrolü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2336" y="1225296"/>
            <a:ext cx="7059168" cy="4935728"/>
          </a:xfrm>
          <a:prstGeom prst="roundRect">
            <a:avLst>
              <a:gd name="adj" fmla="val 1853"/>
            </a:avLst>
          </a:prstGeom>
          <a:solidFill>
            <a:srgbClr val="E4E7F0"/>
          </a:solidFill>
          <a:ln w="12700">
            <a:solidFill>
              <a:srgbClr val="D9DD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82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32588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142646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753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 / pastal kaydı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7532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 × boy, kullanılan kumaş, kesilen bedenler. Kumaş seçilen top/partiden düşer; reçeteye göre sarfiyat farkı % gösterilir.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680960" y="256032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266090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7532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Kayıp adet kuralı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2880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aşamaya, önceki aşamadan çıkan sağlam adetten fazlası girilemez. "30 adet nerede?" sorusu aşama bazında cevaplanır.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680960" y="379476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389534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27532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saat geri alma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4114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girilen kayıt, sonraki aşamaya geçmediyse geri alınabilir; her hareket kim/ne zaman ile loglanır.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680960" y="502920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512978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27532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Föy yazdırma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8275320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 emri föyü ve fason irsaliyesi tek tıkla yazdırılır.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Fason takibi ve fasoncu karnesi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işi kime vereceğinize veriyle karar verin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" y="1499616"/>
            <a:ext cx="6876288" cy="4338828"/>
          </a:xfrm>
          <a:prstGeom prst="roundRect">
            <a:avLst>
              <a:gd name="adj" fmla="val 2107"/>
            </a:avLst>
          </a:prstGeom>
          <a:solidFill>
            <a:srgbClr val="E4E7F0"/>
          </a:solidFill>
          <a:ln w="12700">
            <a:solidFill>
              <a:srgbClr val="D9DD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766560" cy="4229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89520" y="1554480"/>
            <a:ext cx="4160520" cy="2377440"/>
          </a:xfrm>
          <a:prstGeom prst="roundRect">
            <a:avLst>
              <a:gd name="adj" fmla="val 4615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Karne puanı (0–100)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1488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Zamanında teslim oranı × 0,60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Kalite (100 − fire% × 10) × 0,40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Eksik teslim cezası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fasoncu için: iş sayısı, açık adet, gecikme, ortalama gecikme günü, fire %, eksik adet.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635240" y="416052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İrsaliye no ile gönderim, kısmi dönüşler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Gönderilenden fazla dönüş girilemez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Eksikle kapat → kayıp adet iş emrine fire olur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ve birim fiyat güncelleme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Fasoncu kapasitesi (günlük adet) ve uzmanlık (dikim, nakış, yıkama…)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Kumaş &amp; malzeme deposu: top / parti takibi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02336" y="1225296"/>
            <a:ext cx="7059168" cy="4839208"/>
          </a:xfrm>
          <a:prstGeom prst="roundRect">
            <a:avLst>
              <a:gd name="adj" fmla="val 1890"/>
            </a:avLst>
          </a:prstGeom>
          <a:solidFill>
            <a:srgbClr val="E4E7F0"/>
          </a:solidFill>
          <a:ln w="12700">
            <a:solidFill>
              <a:srgbClr val="D9DD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4729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80960" y="132588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142646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7532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top girişi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7532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irsaliyede gelen onlarca top tek formda; her top ayrı kalan miktarla izlenir. Ton farkında hangi partiden kesildiği bellidir.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680960" y="256032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544" y="2660904"/>
            <a:ext cx="256032" cy="25603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7532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Emanet (müşteri malı) kumaş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8275320" y="2880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gönderdiği kumaş sahibiyle işaretlenir; stok değerinize karışmaz.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7680960" y="379476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389534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275320" y="3794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stok + sipariş ihtiyacı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275320" y="4114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seviye uyarısı ve açık siparişlerin reçete ihtiyacı − stok = eksik listesi.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7680960" y="502920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544" y="512978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275320" y="5029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 türleri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8275320" y="5349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Giriş, çıkış, iade, fire, fasona çıkış, sayım (fark otomatik düzeltme). Excel'e aktarım.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Model, reçete ve birim maliyet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föy: beden seti, renkler, üretim rotası, malzeme sarfiyatı, operasyon listesi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Reçete (adet başı sarfiyat)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50292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Malzeme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Sarfiyat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Gabardin 240 gr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185,00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Metal düğme 18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adet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Fermuar 18 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adet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Dokuma etiket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adet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Operasyonlar (SAM ve parça başı)</a:t>
            </a:r>
            <a:endParaRPr lang="en-US" sz="15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51960"/>
          <a:ext cx="50292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18872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Operasyon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Dakika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Cep hazırlama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Fermuar takma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 ve iç paça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 takma · İlik/düğme · Ütü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 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0" y="1554480"/>
            <a:ext cx="5349240" cy="4663440"/>
          </a:xfrm>
          <a:prstGeom prst="roundRect">
            <a:avLst>
              <a:gd name="adj" fmla="val 2353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maliyet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675120" y="21488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(Σ sarfiyat × malzeme fiyatı  +  Σ parça başı ücret) × (1 + genel gider %)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9418320" y="2926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192,20 ₺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6751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İşçilik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94183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 ₺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gider (%15)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9418320" y="3840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32,13 ₺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675120" y="4297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maliyet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941832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246,33 ₺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675120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fiyatı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41832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520,00 ₺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667512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Kâr marjı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41832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%52,6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6675120" y="5715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ve maliyet alanları yalnızca "fiyat görme" yetkisi olan kullanıcıya gönderilir.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Personel: puantaj, parça başı, hak ediş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kapısında telefondan 30 saniyede günlük puantaj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2336" y="1499616"/>
            <a:ext cx="6876288" cy="4808728"/>
          </a:xfrm>
          <a:prstGeom prst="roundRect">
            <a:avLst>
              <a:gd name="adj" fmla="val 1902"/>
            </a:avLst>
          </a:prstGeom>
          <a:solidFill>
            <a:srgbClr val="E4E7F0"/>
          </a:solidFill>
          <a:ln w="12700">
            <a:solidFill>
              <a:srgbClr val="D9DD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766560" cy="46990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554480"/>
          <a:ext cx="41605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 tipi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Aylık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Maaş − (maaş/30 × gelmediği gün)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Yevmiye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Günlük ücret × (çalışılan + ücretli izin)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Parça başı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adet × operasyon ücreti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Fazla mesai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ücreti × 1,5 × saat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Brüt − avanslar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589520" y="3840480"/>
            <a:ext cx="4160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Geldi / yarım gün / gelmedi / izinli / raporlu + mesai saati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"Herkesi geldi işaretle" ile toplu giriş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 başı kayıt: personel × iş emri × operasyon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Avans takibi, aylık tahmini hak ediş (resmi bordro değildir)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T.C. kimlik (algoritma doğrulamalı), IBAN ve maaş KVKK hassas alan: yalnızca yetkiliye görünür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Cari, finans, kalite, görev ve raporlar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532120" cy="237744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0876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536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Finans &amp; Çek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10312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/ alış / fason faturası, tahsilat, ödeme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Bakiye: + alacağımız, − borcumuz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 / senet portföyü: alınan / verilen, vade, banka, seri no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Durum: portföyde, ciro, tahsil, ödendi, karşılıksız, iade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Sevkiyattan otomatik satış faturası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17920" y="1280160"/>
            <a:ext cx="5532120" cy="237744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50876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40880" y="153619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Cariler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210312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cari birden fazla türde: müşteri, tedarikçi, fasoncu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Vergi no doğrulaması, iletişim, şehir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Fasoncu uzmanlığı ve günlük kapasite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kartında siparişler, fason işleri, bakiye, çekler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886200"/>
            <a:ext cx="5532120" cy="237744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411480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21538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4142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 Kontrol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470916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 bazlı kontrol: kontrol edilen / sağlam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tipleri (atlama dikiş, leke, ölçü…) sayılır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analizi: en sık hatalar ve kümülatif %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oranı eşiği aşılınca Kontrol Kulesi uyarır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17920" y="3886200"/>
            <a:ext cx="5532120" cy="2377440"/>
          </a:xfrm>
          <a:prstGeom prst="roundRect">
            <a:avLst>
              <a:gd name="adj" fmla="val 4615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4114800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21538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40880" y="41422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Görevler &amp; Raporlar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446520" y="470916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Kişiye atanan görev, öncelik, son tarih uyarısı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Dönemsel rapor: aşama çıkışları, fire, en çok üretilen modeller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Fasoncu ve müşteri bazlı özetler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listeler Türkçe Excel'e aktarılır (formül enjeksiyonu korumalı)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Roller ve yetkiler: kim neyi görür?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rol × 30 ayrık yetki; fiyat ve KVKK verileri sunucuda gizlenir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603504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kişi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Görür / yapar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Fiyat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 Sahibi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şey + kullanıcı yönetimi + denetim kaydı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Yönetici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Fabrika müdürü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şey (kullanıcı yönetimi ve denetim hariç)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Muhasebe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Muhasebeci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Cari, finans, personel hassas bilgileri, raporlar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Üretim Şefi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Atölye şefi / modelhane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Üretim, fason, kalite, model, puantaj; sipariş görme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Depocu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Kumaş / malzeme, mamul depo, sevkiyat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Kaliteci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Kalite kayıtları, üretim görme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Operatör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Bant şefi, tablet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üretim kaydı girme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>
                    <a:lnL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değişince açık oturumlar kapanır → yeni yetkiler anında geçerli. Firmada en az bir aktif Firma Sahibi kalmak zorundadır; kimse kendi rolünü düşüremez.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Güvenlik katmanları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Saldırı ve yetki aşımına karşı, her biri otomatik testle kanıtlanan önlemler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29387B"/>
          </a:solidFill>
          <a:ln w="9525">
            <a:solidFill>
              <a:srgbClr val="3C4C9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8516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izolasyonu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sorguya firma kimliği sunucuda zorla eklenir. Başka firmanın kayıt id'sini bilse bile 404.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6459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29387B"/>
          </a:solidFill>
          <a:ln w="9525">
            <a:solidFill>
              <a:srgbClr val="3C4C9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87452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198516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628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düzeyinde gizleme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Fiyat/maliyet ve T.C./IBAN/maaş yetkisiz kullanıcıya hiç gönderilmez; ön yüzde saklanmaz, sunucuda silinir.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64592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29387B"/>
          </a:solidFill>
          <a:ln w="9525">
            <a:solidFill>
              <a:srgbClr val="3C4C9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187452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198516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66760" y="2514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 ve oturum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scrypt + tuz, güçlü şifre politikası, 5 denemede 15 dk kilit, belirteç DB'de SHA-256 özet, HttpOnly/Secure/SameSite=Strict.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57200" y="40233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29387B"/>
          </a:solidFill>
          <a:ln w="9525">
            <a:solidFill>
              <a:srgbClr val="3C4C9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" y="425196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436260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8580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İstek koruması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8580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(özel başlık + Origin), hız sınırı, 1 MB gövde sınırı, Zod ile tam girdi doğrulama, sıkı CSP, HSTS.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297680" y="40233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29387B"/>
          </a:solidFill>
          <a:ln w="9525">
            <a:solidFill>
              <a:srgbClr val="3C4C97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26280" y="425196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922" y="4362602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52628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Denetim kaydı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452628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Giriş, kullanıcı, termin, üretim, stok, fason, sevkiyat, finans, ayar: kim, ne zaman, hangi IP.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138160" y="402336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29387B"/>
          </a:solidFill>
          <a:ln w="9525">
            <a:solidFill>
              <a:srgbClr val="3C4C9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366760" y="4251960"/>
            <a:ext cx="502920" cy="50292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402" y="4362602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366760" y="4892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Altyapı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836676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dış ağa kapalı; root olmayan, salt okunur konteyner; cap_drop ALL; otomatik TLS; günlük yedek.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Teknoloji ve mimari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kod tabanı, tek sunucu, tek komutla kurulum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8937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yüz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5146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TanStack Query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PWA: telefona uygulama gibi eklenir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dosyalar aynı sunucudan → sıkı CSP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5544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1783080"/>
            <a:ext cx="502920" cy="50292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18937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6636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uç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5146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+ Fastify 5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6 ORM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doğrulama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kapsamlı DB istemcisi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Vitest: 26 entegrasyon testi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155448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402" y="189372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18105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ve yayın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66760" y="251460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tablo, hepsi tenantId ile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Caddy (Let's Encrypt)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Yedekleme / geri yükleme betikleri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57150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Tarayıcı  →  Caddy (HTTPS)  →  Uygulama (API + arayüz)  →  PostgreSQL (yalnızca iç ağ)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Yayına alma: 10 dakika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VPS (2 çekirdek, 4 GB), bir alan adı — gerisi otomatik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002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Sunucuya Docker kurun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1600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https://get.docker.com | 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3317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Kodu alın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331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…/DC-Giyim-uretim /opt/dc-giyim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63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dosyasını doldurun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3063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DOMAIN, ACME_EMAIL, POSTGRES_PASSWORD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67912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7947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Başlatın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06240" y="37947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99432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526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firmayı kaydedin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206240" y="45262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https://alan-adiniz → Firma kaydı → Firma Sahibi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5330952"/>
            <a:ext cx="457200" cy="457200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5257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Çalışanları ekleyin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52578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3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Ayarlar › Kullanıcılar → tek kullanımlık geçici şifre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15544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1E2A5A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6676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İşletme notları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2194560"/>
            <a:ext cx="32004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Güncelleme: git pull + docker compose up -d --build; şema otomatik ilerler, veri silinmez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yedek: scripts/yedekle.sh (cron), 30 gün saklama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firma kullanımı: ALLOW_SIGNUP=false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için Türkiye'de barındırma önerilir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Telefona ekleme: "Ana ekrana ekle"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doğrulandı?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yazıldı, test edildi, gerçek tarayıcıda demo verisiyle çalıştırıldı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939442"/>
            <a:ext cx="281635" cy="28163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856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güvenlik testi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688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Oturumsuz erişim, zayıf şifre, hesap kilidi, CSRF, firmalar arası izolasyon (gör/değiştir/sil/bağla), rol sınırları, fiyat gizleme, girdi doğrulama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60020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62" y="193944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86600" y="18562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uçtan uca akış testi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46888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→ kumaş top girişi → model reçetesi → sipariş → iş emri → kesim (kumaş düşer) → fason gönder/dön → ütü → paket (mamul stok) → sevkiyat → fatura → karne → kontrol kulesi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393192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1605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427116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4187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ekran, 0 hata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" y="48006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atölye verisiyle masaüstü (1440px) ve telefon (390px) tüm sayfalar gerçek Chromium'da açıldı; konsol ve sayfa hatası yok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17920" y="3931920"/>
            <a:ext cx="5532120" cy="2103120"/>
          </a:xfrm>
          <a:prstGeom prst="roundRect">
            <a:avLst>
              <a:gd name="adj" fmla="val 5217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162" y="427116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86600" y="41879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ve derleme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46520" y="48006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tip kontrolü, testler, web derlemesi, Docker imajı. Tüm TypeScript strict modda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 haritası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sürüm çekirdeği sağlam; entegrasyonlar sırayla eklenir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E2A5A"/>
          </a:solidFill>
          <a:ln w="12700">
            <a:solidFill>
              <a:srgbClr val="1E2A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Şimdi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Sürüm 1.0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modül, Kontrol Kulesi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firmalı, rol tabanlı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ile yayın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veri ve belgeler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830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Sürüm 1.1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9260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SMS uyarıları (termin, fason, çek)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içe aktarım (cari, model, stok)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Barkod / QR ile iş emri ve top takibi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faktörlü doğrulama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55448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F6F7FB"/>
          </a:solidFill>
          <a:ln w="9525">
            <a:solidFill>
              <a:srgbClr val="D9D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66760" y="178308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6676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286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Sürüm 2.0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92608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e-Fatura / e-İrsaliye entegratör bağlantısı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portalı (sipariş durumu görme)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Kapasite planlama ve bant dengeleme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6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döviz ve kur takibi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Giyim-Üretim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29387B"/>
          </a:solidFill>
          <a:ln w="12700">
            <a:solidFill>
              <a:srgbClr val="2938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"Keşke bu uygulamayı daha önce bilseydik."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sahibinin üzerindeki takip yükünü hafifletmek, sorunu büyümeden göstermek ve tek ekrandan aksiyon aldırmak için tasarlandı.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kod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github.com/emrullahkara/DC-Giyim-uretim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Belgeler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· docs/MODULLER.md · docs/GUVENLIK.md · docs/KURULUM.md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12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verisi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db:seed -w apps/api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 Giyim-Üretim — Ürün Sunumu</dc:title>
  <dc:subject>PptxGenJS Presentation</dc:subject>
  <dc:creator>PptxGenJS</dc:creator>
  <cp:lastModifiedBy>PptxGenJS</cp:lastModifiedBy>
  <cp:revision>1</cp:revision>
  <dcterms:created xsi:type="dcterms:W3CDTF">2026-09-25T13:43:18Z</dcterms:created>
  <dcterms:modified xsi:type="dcterms:W3CDTF">2026-09-25T13:43:18Z</dcterms:modified>
</cp:coreProperties>
</file>